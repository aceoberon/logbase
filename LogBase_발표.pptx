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64008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LogBase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ADCFC"/>
                </a:solidFill>
              </a:rPr>
              <a:t>SILA — 로컬 기반 개인 데이터 주권 인프라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ADCFC"/>
                </a:solidFill>
              </a:rPr>
              <a:t>전문대 3학년 졸업 프로젝트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57A"/>
                </a:solidFill>
              </a:rPr>
              <a:t>github.com/ACeoberON/LogBase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문제 정의 — 내 데이터는 어디에 있는가?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5661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2761"/>
                </a:solidFill>
              </a:rPr>
              <a:t>오늘 어떤 파일을
작업했는지 알 수 있는가?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2651760" cy="6400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0000"/>
                </a:solidFill>
              </a:rPr>
              <a:t>기록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34440"/>
            <a:ext cx="35661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2761"/>
                </a:solidFill>
              </a:rPr>
              <a:t>어떤 프로그램으로
작업했는지 알 수 있는가?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834640"/>
            <a:ext cx="2651760" cy="6400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880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0000"/>
                </a:solidFill>
              </a:rPr>
              <a:t>기록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3566160" cy="256032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371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2761"/>
                </a:solidFill>
              </a:rPr>
              <a:t>그 데이터는
내 PC에 있는가?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34640"/>
            <a:ext cx="2651760" cy="64008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8803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C0000"/>
                </a:solidFill>
              </a:rPr>
              <a:t>클라우드에 있음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1124712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→  개인의 작업 이력이 어디에도 기록되지 않거나, 기업 서버에만 존재한다.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11247120" cy="155448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</a:rPr>
              <a:t>LogBase — 내 PC 안에, 내 손으로, 내 데이터를 직접 기록한다.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53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외부 서버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</a:rPr>
              <a:t>모든 데이터가 내 PC에만 저장됩니다.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533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무설치 (Zero-Install)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</a:rPr>
              <a:t>PostgreSQL 포터블 내장.
별도 설치 없이 즉시 실행 가능합니다.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5486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76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스텔스 동작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</a:rPr>
              <a:t>백그라운드에서 콘솔 창 없이 조용히 실행됩니다.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0332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03320"/>
            <a:ext cx="5486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7647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맥락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</a:rPr>
              <a:t>파일명뿐 아니라 어떤 앱으로,
어떤 창에서 작업했는지까지 기록합니다.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시스템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28600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파일 변경
감지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watchdog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514600"/>
            <a:ext cx="36576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228600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허용 앱
필터링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88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허용 앱 목록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514600"/>
            <a:ext cx="36576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228600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맥락 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88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앱 이름
창 제목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514600"/>
            <a:ext cx="365760" cy="2743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69680" y="1828800"/>
            <a:ext cx="2286000" cy="17373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DB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788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</a:rPr>
              <a:t>로컬
PostgreSQL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31920"/>
            <a:ext cx="1124712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761"/>
                </a:solidFill>
              </a:rPr>
              <a:t>main.exe 실행 시 DB 자동 기동 · 종료 시 자동 종료  |  모든 과정이 백그라운드에서 자동 처리됩니다.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핵심 구현 ①  Zero-Install 인프라 자동화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DB 자동 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main.exe 실행 시 pg_ctl로 PostgreSQL 자동 시작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82296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최초 설정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175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데이터 폴더 없으면 initdb로 자동 초기화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79"/>
            <a:ext cx="82296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947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DB 안전 종료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5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프로그램 종료 시 atexit로 DB 자동 종료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74920"/>
            <a:ext cx="82296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중복 기동 방지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이미 실행 중이면 재기동 없이 재사용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188720"/>
            <a:ext cx="5943600" cy="5029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2801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ADCFC"/>
                </a:solidFill>
              </a:rPr>
              <a:t>배포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8288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LogBase/
├── main.exe          ← 백그라운드 엔진
├── settings_ui.exe  ← 설정 및 조회 UI
├── pgsql/            ← PostgreSQL 내장
│   └── bin/pg_ctl.exe
└── config.json      ← 사용자 설정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핵심 구현 ②  파일 이벤트 감지 — 메모장 저장 문제 해결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480560"/>
          </a:xfrm>
          <a:prstGeom prst="rect">
            <a:avLst/>
          </a:prstGeom>
          <a:solidFill>
            <a:srgbClr val="FFEBEB"/>
          </a:solidFill>
          <a:ln w="127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0000"/>
                </a:solidFill>
              </a:rPr>
              <a:t>문제 상황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</a:rPr>
              <a:t>윈도우 메모장은 저장 시
임시 파일 생성 → 원본 파일로 이동
하는 방식을 사용합니다.
기존 '파일 수정' 이벤트만 감지하면
메모장 저장이 누락됩니다.
또한 Chrome 다운로드 중간 파일(.crdownload)
등도 기록될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394960" cy="4480560"/>
          </a:xfrm>
          <a:prstGeom prst="rect">
            <a:avLst/>
          </a:prstGeom>
          <a:solidFill>
            <a:srgbClr val="E8FFEA"/>
          </a:solidFill>
          <a:ln w="12700">
            <a:solidFill>
              <a:srgbClr val="028A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618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A0F"/>
                </a:solidFill>
              </a:rPr>
              <a:t>해결책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761"/>
                </a:solidFill>
              </a:rPr>
              <a:t>'파일 이동' 이벤트를 추가로 감지합니다.
이동된 파일의 최종 경로 기준으로
기록하여 메모장 저장을 완벽히 포착합니다.
.tmp / .crdownload 등 임시 파일 확장자는
자동으로 걸러냅니다.
감지 이벤트: 파일 생성 / 수정 / 이동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핵심 구현 ③  로그 품질을 높이는 방어 로직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4475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허용 앱 목록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사용자가 지정한 앱의 저장만 기록합니다.
불필요한 백그라운드 앱 기록을 차단합니다.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109728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44475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중복 이벤트 제거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같은 파일에서 5초 이내 반복 이벤트는 무시합니다.
파일 시스템 내부 노이즈를 제거합니다.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49039"/>
            <a:ext cx="109728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91363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작업 구간 감지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526279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같은 파일을 10분 이내 재저장하면
기존 기록의 시간만 갱신합니다.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749039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49039"/>
            <a:ext cx="109728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91363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</a:rPr>
              <a:t>이벤트 종류 기록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526279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각 로그에 '생성 / 수정 / 저장' 구분을
함께 기록합니다.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관제 UI — settings_ui.exe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521208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⚙  설정 탭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914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감시할 폴더 추가 / 삭제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79"/>
            <a:ext cx="914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허용 앱 목록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77639"/>
            <a:ext cx="914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저장 시 백그라운드 엔진 자동 재시작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914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79"/>
            <a:ext cx="4663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10,000개 초과 폴더 등록 차단
(시스템 부하 방지)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394960" cy="5212080"/>
          </a:xfrm>
          <a:prstGeom prst="rect">
            <a:avLst/>
          </a:prstGeom>
          <a:solidFill>
            <a:srgbClr val="EEF2FF"/>
          </a:solidFill>
          <a:ln w="127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188720"/>
            <a:ext cx="53949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34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 로그 조회 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74519"/>
            <a:ext cx="914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182880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파일명 검색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2834639"/>
            <a:ext cx="914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889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앱 이름으로 필터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794760"/>
            <a:ext cx="914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3749039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시간 / 파일명 / 이벤트 종류 / 앱 / 창 제목 표시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754880"/>
            <a:ext cx="914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70916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행 클릭 시 전체 파일 경로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5715000"/>
            <a:ext cx="9144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56692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761"/>
                </a:solidFill>
              </a:rPr>
              <a:t>탭 전환 시 자동 새로고침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시연 영상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468880"/>
            <a:ext cx="457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487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main.exe 실행  →  백그라운드 엔진 및 DB 자동 기동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64992"/>
            <a:ext cx="457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3832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36499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settings_ui.exe  →  감시 폴더 및 허용 앱 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261104"/>
            <a:ext cx="457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279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261104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메모장으로 파일 저장  →  로그 자동 기록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157216"/>
            <a:ext cx="45720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1755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761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157216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로그 조회 탭에서 기록 확인 (검색 / 필터)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향후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파일 내용 기반 검색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파일 내용을 분석해 더 풍부한
맥락 추적이 가능합니다.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17319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작업 통계 시각화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앱별 작업 시간, 자주 수정한 파일 등
사용 패턴을 시각화합니다.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부팅 시 자동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Windows 시작 시 main.exe가
자동으로 실행되도록 등록합니다.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749039"/>
            <a:ext cx="5486400" cy="2194560"/>
          </a:xfrm>
          <a:prstGeom prst="rect">
            <a:avLst/>
          </a:prstGeom>
          <a:solidFill>
            <a:srgbClr val="EEF2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</a:rPr>
              <a:t>다중 플랫폼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7A"/>
                </a:solidFill>
              </a:rPr>
              <a:t>현재 Windows 전용입니다.
macOS / Linux로 확장합니다.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423160"/>
            <a:ext cx="6702552" cy="5486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45920" y="2743200"/>
            <a:ext cx="109728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2743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외부 서버 없이 내 PC에서 파일 작업 이력을 자동으로 기록합니다.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3566160"/>
            <a:ext cx="109728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5661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어떤 앱으로, 어떤 창에서 작업했는지까지 맥락을 함께 남깁니다.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4389120"/>
            <a:ext cx="109728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4389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Zero-Install — PostgreSQL 내장으로 설치 없이 즉시 실행됩니다.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486400"/>
            <a:ext cx="7616952" cy="822960"/>
          </a:xfrm>
          <a:prstGeom prst="rect">
            <a:avLst/>
          </a:prstGeom>
          <a:solidFill>
            <a:srgbClr val="2A3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5577840"/>
            <a:ext cx="7616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</a:rPr>
              <a:t>github.com/ACeoberON/LogBase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